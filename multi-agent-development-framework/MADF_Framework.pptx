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8288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Development Framework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AI Agents + 15 Skills — Build Software Like a Real Team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MADF v2.1  |  4-Level Hierarchy  |  Phase-Gate Workflow  |  Boil the Lake  |  Self-Improving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Senior QA Engineer  |  github.com/vijaykulkarni-qae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8132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89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coding tools lack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19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Copilot, Cursor, ChatGPT — great at code completion, terrible at planning. No architecture review, no quality gates, no team dynamics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350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first, think later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679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 workflows jump straight to writing code. Result: spaghetti that works today, breaks tomorrow, and nobody can maintain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persistent 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AI conversation starts fresh. Decisions aren't logged. Architecture rationale is lost. The AI forgets why things were built a certain 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6168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Single-agent bottleneck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599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AI doing everything — product thinking, architecture, coding, testing, security — is like one person doing every job on a team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32180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230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quality enforcement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559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validation gates between phases. No peer review. No security audit. Ship it and hope — that's not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agents in a 4-level hierarchy — mirroring how real engineering teams work.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has a single responsibility, defined inputs/outputs, and communicates through persistent artifacts.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20116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(CEO)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29260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CTO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0" y="384048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(Project Manager)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5256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515600" y="493776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0" y="493776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Learning Agent, Reactive Maintenance, Proactive Evolution — 13 agents, 17 cursor-rule files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Philosophy: Plan Deep, Build 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90/10 Rule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planning, 10% coding. Every phase has exit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criteria — no skipping ahead.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Phase-gate workflow: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 -&gt;  Planning  -&gt;  Building  -&gt;  Lifecycle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gate needs explicit approval before progressing.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CTO Agent reviews at every gate transition.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Boil the Lake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makes the marginal cost of completeness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near-zero. When the complete implementation costs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 more than the shortcut — do the complete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thing. Every time.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test coverage, all edge cases, all error paths.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10% that teams used to skip?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costs seconds now.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206240"/>
            <a:ext cx="54864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Before Building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instinct: "Has someone already solved this?"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"Let me design it from scratch."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layers of knowledge: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Tried &amp; true — standard patterns, battle-tested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New &amp; popular — current practices, scrutinize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First principles — original reasoning (most valuable)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206240"/>
            <a:ext cx="54864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Protocol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never guesses. If confidence &lt; 80%: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-&gt; STATE uncertainty -&gt; PRESENT options -&gt; WAIT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every task: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Summarize understanding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List context files to read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Flag ambiguities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Ask: "Does this align?"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WAIT for confirmation — then proceed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Skills — The Full Sprint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-&gt; Plan -&gt; Build -&gt; Review -&gt; Test -&gt; Ship -&gt; Monitor -&gt; Reflect. Each skill feeds into the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788920" cy="45720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37360"/>
            <a:ext cx="278892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8745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87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/autoplan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planning (Phases 1-3)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703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before coding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8920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9651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/compact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737360"/>
            <a:ext cx="2788920" cy="45720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737360"/>
            <a:ext cx="2788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18745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83280" y="25146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2587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/tdd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2926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-&gt; GREEN -&gt; IMPROVE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4114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Eval-driven development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8920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20440" y="49651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/verify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5303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6-phase quality check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1737360"/>
            <a:ext cx="2788920" cy="45720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737360"/>
            <a:ext cx="278892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18745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55080" y="25146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2587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2926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 visual QA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03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/cso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4114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+ OWASP audit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48920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92240" y="49651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/design-review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92240" y="5303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7-dimension design score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89720" y="1737360"/>
            <a:ext cx="2788920" cy="45720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89720" y="1737360"/>
            <a:ext cx="278892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6" name="Shape 44"/>
          <p:cNvSpPr/>
          <p:nvPr/>
        </p:nvSpPr>
        <p:spPr>
          <a:xfrm>
            <a:off x="9326880" y="187452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32688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326880" y="25146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464040" y="2587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/doc-sync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64040" y="2926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docs to code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326880" y="3703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46404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/canary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464040" y="4114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Post-deploy monitoring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26880" y="48920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464040" y="49651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/retro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464040" y="5303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metrics retrospective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e2e-testing, deployment-patterns, database-migrations — 15 skills total, all invocable by name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code — a structured development system with persistent knowledge.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38328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Artifact Templates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MVP_PLAN, SYSTEM_BLUEPRINT, DECISIONS,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UX_SPEC, API_CONTRACT, SECURITY_REVIEW,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more. Structured markdown templates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phase.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737360"/>
            <a:ext cx="338328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Event-Driven Hooks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lifecycle, file edit validation,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detection, dangerous command blocking,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preservation. Automated quality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 that run without asking.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737360"/>
            <a:ext cx="3383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Confidence-Scored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capture lessons with scores (0.3-0.9).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High-confidence patterns get promoted into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 behavioral rules. Sprint retros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git metrics. Agents that improve.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33832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Threat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Agent uses STRIDE methodology with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gates (8/10+), false positive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tracking, and concrete exploit scenarios.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checkbox auditing — adversarial thinking.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4023360"/>
            <a:ext cx="33832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QA + Design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196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 testing with Playwright.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scoring across 7 dimensions.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slop detection. Regression test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for every visual bug found.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4023360"/>
            <a:ext cx="33832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Cursor Rules + 4 Universal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rule file per agent. Drop into any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project. Coding standards, git workflow,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pipeline, performance — all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Sprint —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feature, from idea to production-verified. Every step feeds into the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828800"/>
            <a:ext cx="2194560" cy="411480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828800"/>
            <a:ext cx="219456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/autoplan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+ Plan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Chains Phases 1-3.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Auto-resolves standard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decisions. Pauses only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taste choices.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2194560" cy="411480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828800"/>
            <a:ext cx="219456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+ Frontend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TDD workflow.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Search-first for deps.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Artifact-driven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specs, not assumptions.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37760" y="1828800"/>
            <a:ext cx="2194560" cy="411480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828800"/>
            <a:ext cx="219456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/verify + /qa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+ 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6-phase verification.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 visual QA.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review (0-10).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slop detection.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0" y="1828800"/>
            <a:ext cx="2194560" cy="411480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1828800"/>
            <a:ext cx="21945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/cso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28346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threat model.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 10.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gates.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Exploit scenarios.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92640" y="1828800"/>
            <a:ext cx="2194560" cy="411480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92640" y="1828800"/>
            <a:ext cx="219456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+ Monitor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29800" y="283464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 monitoring.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sync.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retro.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21792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phase has a gate. Every gate needs approval. Learning Agent captures lessons after every gate, escalation, and sprint.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645920"/>
            <a:ext cx="3931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First. Code Second. Learn Always.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that works like a real team — because I designed it to think like one.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linkedin.com/in/vijaykulkarni-qae  |  github.com/vijaykulkarni-qae  |  vijaykumar.s.kulkarni@gmail.com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2026-03-31T11:30:27Z</dcterms:created>
  <dcterms:modified xsi:type="dcterms:W3CDTF">2026-03-31T11:30:27Z</dcterms:modified>
</cp:coreProperties>
</file>