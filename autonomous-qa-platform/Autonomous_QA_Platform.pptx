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18288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QA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Test Management — Built from Scratch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platform  |  React + Node.js + PostgreSQL  |  9 AI Providers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Senior QA Engineer  |  github.com/vijaykulkarni-qae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 Built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8132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389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tooling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190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teams juggle 5+ tools — recording, execution, scheduling, reporting, notifications — none talk to each other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350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pricing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679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like Testim, Mabl, and LambdaTest charge per seat. Small teams get priced out or settle for less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156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AI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39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platforms don't let you plug in your own AI to analyze scripts, suggest fixes, or generate tests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6168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overhead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599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 runs, collecting results, sending reports — all glue work that should be automated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32180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21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5230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559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kick off a test suite and wait. No live monitoring, no streaming logs, no instant feedback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self-hosted, AI-native test management platform where QA teams can record, manage,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execute, and analyze web application tests — with AI assistance built into every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03120"/>
            <a:ext cx="214884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1031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2103120"/>
            <a:ext cx="2148840" cy="36576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606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/ REST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Token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2103120"/>
            <a:ext cx="214884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606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v5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RBAC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21031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2103120"/>
            <a:ext cx="214884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2606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Tables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Indexes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2103120"/>
            <a:ext cx="2148840" cy="2286000"/>
          </a:xfrm>
          <a:prstGeom prst="roundRect">
            <a:avLst>
              <a:gd name="adj" fmla="val 425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92640" y="2103120"/>
            <a:ext cx="214884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2606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AI Providers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Circuit Breaker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 Keys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0976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21488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48920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55,000+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36576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97480" y="4754880"/>
            <a:ext cx="21488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97480" y="48920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127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69748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4754880"/>
            <a:ext cx="21488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48920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02920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Services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60920" y="4754880"/>
            <a:ext cx="21488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60920" y="48920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8,578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36092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4754880"/>
            <a:ext cx="214884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92640" y="48920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969264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 QA team needs — in one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38328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Recording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browser interactions with Playwright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codegen. AST parsing converts recordings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into clean, maintainable test scripts.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737360"/>
            <a:ext cx="338328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Script Editor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Cursor-style accept/reject workflow.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providers (Claude, OpenAI, Gemini, Groq,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Ollama, Mistral, Cohere, LocalAI, Custom).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737360"/>
            <a:ext cx="33832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Execution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cron scheduler with IST default.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timezone support. PostgreSQL advisory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locks prevent duplicate runs.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338328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Notifications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Chat, Slack, Teams, Discord, and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endpoints. Test results delivered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after every run.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6908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69080" y="4023360"/>
            <a:ext cx="338328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KPIs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5196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WebSocket-powered dashboard.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rates, trends, failure analysis.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storage: columns + JSONB.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8096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4023360"/>
            <a:ext cx="33832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Allure Reports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Allure report generation and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serving. Professional test reports with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history, trends, and failure categories.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prototype — production-ready with security, accessibility, and deployment baked 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3832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(11 Middleware Layers)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auth, RBAC roles, CSRF protection,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 API key encryption, rate limiting,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headers, comprehensive audit logging.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737360"/>
            <a:ext cx="338328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+ AWS 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Multi-container Docker Compose orchestration.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PostgreSQL, Redis, Ollama containers.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ECR push scripts, production deployment guide.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737360"/>
            <a:ext cx="338328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+ Accessibility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Progressive Web App with offline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support. WCAG 2.1 AA accessible — keyboard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nav, screen reader support, jest-axe tested.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338328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Resilience Patterns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Circuit breaker + exponential backoff for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failover. If Claude is down,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auto-switches to Gemini, OpenAI, or local Ollama.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6908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69080" y="4023360"/>
            <a:ext cx="33832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Architecture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5196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WebSockets for live test execution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monitoring. Streaming logs, instant status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— no polling, no page refreshes.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8096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4023360"/>
            <a:ext cx="338328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Atomic Services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rollback on failure. No partial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state. If step 3 of 5 fails, steps 1-2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rolled back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Coverage &amp;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don't just build — I test. Thoroughly.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4,787 tests  (4,779 passing)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 code coverage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101 test files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 + MSW (Mock Service Worker)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37360"/>
            <a:ext cx="54864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3,791 tests  (3,780 passing)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 code coverage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 test files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Testing Library + jest-axe (a11y)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 8,578 tests  |  8,559 passing  |  99.8% pass rate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54864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5486400"/>
            <a:ext cx="356616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577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PostgreSQL tables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indexes  |  Prisma 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54864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5486400"/>
            <a:ext cx="356616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5577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152+ React components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Context providers  |  PWA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54864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5486400"/>
            <a:ext cx="35661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5577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E2E tests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user flow coverage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508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508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508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508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08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15087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1508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606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7432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v5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7432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41080" y="27432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410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RBAC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840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39776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39776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39776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JSONB columns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41080" y="39776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41080" y="3977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Advisory locks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0749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5074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212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0" y="5212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5212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5212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0" y="5212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5212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41080" y="5212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641080" y="5212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630936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63093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0" y="64465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0" y="6446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64465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09160" y="6446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(ECR/S3)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0" y="64465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675120" y="6446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41080" y="64465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641080" y="6446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Allure Reports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645920"/>
            <a:ext cx="393192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Every Testing Need.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it because nothing else combined AI + automation + management the way I needed.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8,578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linkedin.com/in/vijaykulkarni-qae  |  github.com/vijaykulkarni-qae  |  vijaykumar.s.kulkarni@gmail.com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2026-03-31T05:10:06Z</dcterms:created>
  <dcterms:modified xsi:type="dcterms:W3CDTF">2026-03-31T05:10:06Z</dcterms:modified>
</cp:coreProperties>
</file>