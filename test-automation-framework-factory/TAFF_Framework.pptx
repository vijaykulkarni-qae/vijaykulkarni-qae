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18288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Automation Framework Factory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Factory That Builds Testing Frameworks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AI Agents  |  10 Tool Blueprints  |  9 Shared Patterns  |  4 Decision Matrices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Senior QA Engineer  |  github.com/vijaykulkarni-qae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8132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389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setup, every 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190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management, parallel execution, reporting, CI/CD, Docker — teams rebuild these patterns from scratch every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4144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350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to get started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6791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proper test framework takes weeks to set up right — and most teams skip the 'right' part due to deadlines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0156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01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selection is guesswork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393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or Cypress? k6 or Locust? Decisions made without structured evaluation, then locked in forever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519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36168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2702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knowledge transfer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599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patterns that make one framework great stay in one team's head. Next team starts from zero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2120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32180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21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5230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 is an afterthought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559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 are built once and left to rot. No evolution strategy, no pattern updates, no continuous improvement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meta-framework powered by 16 specialized AI agents that generates production-ready test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frameworks. Tell it what you need — it builds the whole 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103120"/>
            <a:ext cx="18288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Cypress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Selenium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210312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2103120"/>
            <a:ext cx="18288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26517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SuperTest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10312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2103120"/>
            <a:ext cx="182880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6517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k6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Locust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10312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103120"/>
            <a:ext cx="1828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6517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ZAP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10312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2103120"/>
            <a:ext cx="182880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26517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axe-core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104120" y="210312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04120" y="2103120"/>
            <a:ext cx="182880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55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95560" y="265176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C4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template generator — a factory with expert knowledge baked in.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846320"/>
            <a:ext cx="356616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Tool Blueprints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0080" y="5349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Expert-level configurations for each testing tool — not boilerplate, real production patterns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51960" y="48463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51960" y="4846320"/>
            <a:ext cx="356616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6" name="Text 34"/>
          <p:cNvSpPr/>
          <p:nvPr/>
        </p:nvSpPr>
        <p:spPr>
          <a:xfrm>
            <a:off x="443484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Shared Patterns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434840" y="5349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Cross-cutting concerns solved once: CI/CD, Docker, reporting, retry logic, parallel execution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46720" y="484632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46720" y="4846320"/>
            <a:ext cx="356616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Decision Matrices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29600" y="53492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tool selection based on your actual requirements — not opinions or blog posts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 — 4-Phase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88920" cy="50292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278892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554480"/>
            <a:ext cx="548640" cy="548640"/>
          </a:xfrm>
          <a:prstGeom prst="ellipse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23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Analyst asks targeted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about your project.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Tech stack, team size, CI/CD needs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Testing types required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Coverage goals &amp; constraints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Existing infrastructure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788920" cy="50292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71600"/>
            <a:ext cx="278892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554480"/>
            <a:ext cx="548640" cy="548640"/>
          </a:xfrm>
          <a:prstGeom prst="ellipse">
            <a:avLst/>
          </a:prstGeom>
          <a:solidFill>
            <a:srgbClr val="00B4A0"/>
          </a:solidFill>
          <a:ln w="12700">
            <a:solidFill>
              <a:srgbClr val="00B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423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 selects tools via decision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matrices and designs the framework.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Tool selection with trade-off analysis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Framework structure &amp; patterns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Integration points identified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Blueprint selection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788920" cy="50292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371600"/>
            <a:ext cx="278892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554480"/>
            <a:ext cx="54864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423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builders generate production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from blueprints + patterns.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Page objects &amp; test structures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Config management &amp; env handling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 pipeline generation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containerization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89720" y="1371600"/>
            <a:ext cx="2788920" cy="5029200"/>
          </a:xfrm>
          <a:prstGeom prst="roundRect">
            <a:avLst>
              <a:gd name="adj" fmla="val 3279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9720" y="1371600"/>
            <a:ext cx="278892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95560" y="155448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0" y="22860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72600" y="2743200"/>
            <a:ext cx="2423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gate validates the generated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before delivery.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Tests run and pass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 pipeline works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builds successfully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Documentation is complete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It Smart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knowledge encoded — not just code generation, but informed engineering decisions.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38328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Tool Blueprints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Playwright, Cypress, Selenium, SuperTest,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pytest, k6, Locust, OWASP ZAP, axe-core,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testing. Each encodes years of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from real projects.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737360"/>
            <a:ext cx="338328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Shared Patterns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pipelines, Docker configs, retry logic,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execution, Allure reporting, config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management, environment handling, data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factories, logging. Solved once, reused always.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737360"/>
            <a:ext cx="338328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Decision Matrices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tool selection: UI tool matrix,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tool matrix, performance tool matrix,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tool matrix. Scores requirements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tool capabilities objectively.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338328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Self-Improving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framework generated feeds lessons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back. Patterns evolve. Blueprints get refined.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factory gets smarter with each use —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static templates.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6908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69080" y="4023360"/>
            <a:ext cx="338328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Specialized Agents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5196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agent owns one responsibility: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Analyst, Framework Architect,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Builders, CI/CD Engineer, Docker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Engineer, Quality Gate, Maintenance agents.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8096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4023360"/>
            <a:ext cx="33832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 Built 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build-and-forget. Maintenance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handle framework evolution, pattern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updates, and deprecation management.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 that improve over time.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skeleton with 3 example tests. A production-ready framework from day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383280" cy="36576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Objects &amp; Test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separation of concerns. Page object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with reusable components. Test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management and factory patterns.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write real tests immediately.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737360"/>
            <a:ext cx="338328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Execution &amp; Retry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Multi-browser, multi-thread execution out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box. Configurable retry strategies.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Flaky test isolation. Sharding support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large suites.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80960" y="1737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737360"/>
            <a:ext cx="3383280" cy="3657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/ GitLab CI / Jenkins.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Pre-configured stages: lint, test, report,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notify. Artifact collection. Branch-based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triggers. Webhook notifications.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023360"/>
            <a:ext cx="338328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&amp; Containerization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Dockerfile, Docker Compose, browser grid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setup. Run tests anywhere — local, CI,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cloud. Consistent environment across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team members.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6908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69080" y="4023360"/>
            <a:ext cx="338328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Allure Reporting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5196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test reports with history,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trends, categories, and failure analysis.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hosting config included. CloudFront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 for team access.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8096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262640"/>
          </a:solidFill>
          <a:ln w="12700">
            <a:solidFill>
              <a:srgbClr val="26264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80960" y="4023360"/>
            <a:ext cx="33832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4572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README, architecture guide, contributing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guide, troubleshooting. New team members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onboard without hand-holding.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framework documents itself.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645920"/>
            <a:ext cx="3931920" cy="36576"/>
          </a:xfrm>
          <a:prstGeom prst="rect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Rebuilding. Start Generating.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Expert-level test frameworks — on demand, every time.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A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9260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Blueprints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Types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41248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Vijaykumar S. Kulkarni  |  linkedin.com/in/vijaykulkarni-qae  |  github.com/vijaykulkarni-qae  |  vijaykumar.s.kulkarni@gmail.com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2026-03-31T05:10:09Z</dcterms:created>
  <dcterms:modified xsi:type="dcterms:W3CDTF">2026-03-31T05:10:09Z</dcterms:modified>
</cp:coreProperties>
</file>