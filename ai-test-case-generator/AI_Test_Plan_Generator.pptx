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0"/>
            <a:ext cx="18288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Test Plan Generator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Source Code to 150+ Test Cases — Fully Automated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AI Agents  |  3 Modes  |  4-Sheet Excel Output  |  Cursor IDE &amp; Claude Code CLI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Vijaykumar S. Kulkarni  |  Senior QA Engineer  |  github.com/vijaykulkarni-qae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I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8132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389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test writing eats hours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190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code, APIs, DB schemas — then writing 100+ test cases by hand. Every. Single. Sprint.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4144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350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lives in people's heads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6791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developer who wrote the feature truly knows all the edge cases and flows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0156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01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depends on who writes 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393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testers produce different quality — no standard structure or traceability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36168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270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PRD and code drift apart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599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live in docs, code lives in repos — nobody systematically connects them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32180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21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52303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 suites rot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559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plans go stale as code evolves. Updating them is as painful as creating them from scratch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AI-orchestrated framework that reads your actual source code, optional PRDs &amp; KT docs,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produces a professional 4-sheet Excel test plan — completely automated.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352044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+ Java backend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frontend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branch diffs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1031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2103120"/>
            <a:ext cx="352044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PRD (.xlsx / .md)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KT / Handover notes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test plans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103120"/>
            <a:ext cx="352044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selection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name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workspace.config.json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11 AI Agents Pipeline  ▼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4480560"/>
            <a:ext cx="941832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0" y="4480560"/>
            <a:ext cx="941832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461772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Professional 4-Sheet Excel Workbook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45920" y="50292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0" y="5074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5486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Metadata, mode,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refs, risk summary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31920" y="50292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31920" y="5074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5486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manual,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DB/API reference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50292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5074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Scenarios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5486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matrix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user type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03920" y="502920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03920" y="5074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 Suite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03920" y="5486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150+ test cases,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security, DB/API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Modes — Pick What 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56616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Enhancement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a feature / release branch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Diffs feature branch vs base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Runs change-analyzers on both repos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Traces PRD requirements to code changes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Highlights NEW vs EXISTING behavior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Flags PRD-to-code gaps as DISC rows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371600"/>
            <a:ext cx="356616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 Create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full regression suite from trunk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Analyzes code on base ref (master)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Covers the product as-is — no diffs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Builds complete test pyramid from scratch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150+ test cases with DB &amp; API validation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Security testing included automatically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 Update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6676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an existing test plan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65176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Re-reads latest code from repos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Compares with your existing test plan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Marks TCs: KEEP / UPDATE / OBSOLETE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Identifies new uncovered behaviors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Merges — doesn't throw away prior work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Results — Used on Production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demo — these are real test plans generated for real modules in production.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EMS (Examinations)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creation, schema setup, term results,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results, certificate generation.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284+ test scenarios generated.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65+ security vectors catalogued.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37360"/>
            <a:ext cx="54864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template design, bulk generation,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flows, PDF rendering.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regression suite from scratch.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114800"/>
            <a:ext cx="548640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Creation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Student, faculty, and batch creation flows.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upload, validation rules, duplicate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detection, role-based access.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4114800"/>
            <a:ext cx="54864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Result (EMS)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46177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publishing workflows, grade calculation,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notifications, transcript generation.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coverage.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47120" cy="320040"/>
          </a:xfrm>
          <a:prstGeom prst="roundRect">
            <a:avLst>
              <a:gd name="adj" fmla="val 2857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 284+ test scenarios  |  65+ security vectors  |  21 bugs documented  |  CRITICAL vulnerability caught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Pipeline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agents, executing sequentially — each one builds on the last.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219456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agents read your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code, PRD, and docs.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 per agent.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828800"/>
            <a:ext cx="219456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2011680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MODE-SPECIFIC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338328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Enhancement: diffs.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Create: full scan.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Update: compare.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0" y="182880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828800"/>
            <a:ext cx="219456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0" y="2011680"/>
            <a:ext cx="548640" cy="548640"/>
          </a:xfrm>
          <a:prstGeom prst="ellipse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38328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agents write the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sheets: HIW,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Business, Regression.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406640" y="182880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06640" y="1828800"/>
            <a:ext cx="21945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2011680"/>
            <a:ext cx="548640" cy="5486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43800" y="338328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reviewer validates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3 sheets. Pass or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loop back for fixes.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50976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784080" y="182880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84080" y="1828800"/>
            <a:ext cx="219456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15600" y="201168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2124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921240" y="338328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→ ExcelJS →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.xlsx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formulas &amp; style.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56692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peer review says NEEDS_REVISION → only the tagged agent re-runs, not the whole pipeline. Smart retries.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&amp; read-only — never pushes, commits, or modifies your repos. All git operations are read-only by default.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645920"/>
            <a:ext cx="393192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Reads the Code. AI Writes the Tests.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focus on what matters — shipping quality software.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Sheets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836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124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Vijaykumar S. Kulkarni  |  linkedin.com/in/vijaykulkarni-qae  |  github.com/vijaykulkarni-qae  |  vijaykumar.s.kulkarni@gmail.com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2026-03-31T05:10:07Z</dcterms:created>
  <dcterms:modified xsi:type="dcterms:W3CDTF">2026-03-31T05:10:07Z</dcterms:modified>
</cp:coreProperties>
</file>